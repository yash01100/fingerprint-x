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/>
            </a:pPr>
            <a:r>
              <a:t>FINGERPRINT-X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51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AI Biometric Intelligence Platform — Experimental Research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6634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Prepared for academic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FINGERPRINT-X  |  College Prototype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Purpose: build an AI-based fingerprint image analysis platform.</a:t>
            </a:r>
          </a:p>
          <a:p>
            <a:pPr>
              <a:spcAft>
                <a:spcPts val="1000"/>
              </a:spcAft>
              <a:defRPr sz="2000"/>
            </a:pPr>
            <a:r>
              <a:t>Current working module: experimental gender classification from fingerprint images.</a:t>
            </a:r>
          </a:p>
          <a:p>
            <a:pPr>
              <a:spcAft>
                <a:spcPts val="1000"/>
              </a:spcAft>
              <a:defRPr sz="2000"/>
            </a:pPr>
            <a:r>
              <a:t>Interface: Streamlit web dashboard for upload → preprocessing → CNN inference → result.</a:t>
            </a:r>
          </a:p>
          <a:p>
            <a:pPr>
              <a:spcAft>
                <a:spcPts val="1000"/>
              </a:spcAft>
              <a:defRPr sz="2000"/>
            </a:pPr>
            <a:r>
              <a:t>Future research modules: age, blood group and weight — currently R&amp;D placeholders, not validated predictions.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FINGERPRINT-X  |  College Prototype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Fingerprint images contain complex ridge patterns that can be processed as biometric image data.</a:t>
            </a:r>
          </a:p>
          <a:p>
            <a:pPr>
              <a:spcAft>
                <a:spcPts val="1000"/>
              </a:spcAft>
              <a:defRPr sz="2000"/>
            </a:pPr>
            <a:r>
              <a:t>Manual inspection is time-consuming and difficult to scale.</a:t>
            </a:r>
          </a:p>
          <a:p>
            <a:pPr>
              <a:spcAft>
                <a:spcPts val="1000"/>
              </a:spcAft>
              <a:defRPr sz="2000"/>
            </a:pPr>
            <a:r>
              <a:t>The project explores whether machine-learning models can learn patterns from fingerprint images.</a:t>
            </a:r>
          </a:p>
          <a:p>
            <a:pPr>
              <a:spcAft>
                <a:spcPts val="1000"/>
              </a:spcAft>
              <a:defRPr sz="2000"/>
            </a:pPr>
            <a:r>
              <a:t>Important limitation: physiological attributes such as exact age, blood group and weight cannot be claimed from a fingerprint without appropriate labelled evidence and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FINGERPRINT-X  |  College Prototype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Proposed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User uploads a fingerprint image.</a:t>
            </a:r>
          </a:p>
          <a:p>
            <a:pPr>
              <a:spcAft>
                <a:spcPts val="1000"/>
              </a:spcAft>
              <a:defRPr sz="2000"/>
            </a:pPr>
            <a:r>
              <a:t>Image is converted to grayscale and resized to 128 × 128.</a:t>
            </a:r>
          </a:p>
          <a:p>
            <a:pPr>
              <a:spcAft>
                <a:spcPts val="1000"/>
              </a:spcAft>
              <a:defRPr sz="2000"/>
            </a:pPr>
            <a:r>
              <a:t>Pixel values are normalized and passed to a CNN.</a:t>
            </a:r>
          </a:p>
          <a:p>
            <a:pPr>
              <a:spcAft>
                <a:spcPts val="1000"/>
              </a:spcAft>
              <a:defRPr sz="2000"/>
            </a:pPr>
            <a:r>
              <a:t>CNN V2 produces an experimental classification probability.</a:t>
            </a:r>
          </a:p>
          <a:p>
            <a:pPr>
              <a:spcAft>
                <a:spcPts val="1000"/>
              </a:spcAft>
              <a:defRPr sz="2000"/>
            </a:pPr>
            <a:r>
              <a:t>Streamlit displays the result and research-module status.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FINGERPRINT-X  |  College Prototype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Python 3.11</a:t>
            </a:r>
          </a:p>
          <a:p>
            <a:pPr>
              <a:spcAft>
                <a:spcPts val="1000"/>
              </a:spcAft>
              <a:defRPr sz="2000"/>
            </a:pPr>
            <a:r>
              <a:t>TensorFlow 2.21 / Keras 3.15 — CNN model training and inference</a:t>
            </a:r>
          </a:p>
          <a:p>
            <a:pPr>
              <a:spcAft>
                <a:spcPts val="1000"/>
              </a:spcAft>
              <a:defRPr sz="2000"/>
            </a:pPr>
            <a:r>
              <a:t>OpenCV — image processing</a:t>
            </a:r>
          </a:p>
          <a:p>
            <a:pPr>
              <a:spcAft>
                <a:spcPts val="1000"/>
              </a:spcAft>
              <a:defRPr sz="2000"/>
            </a:pPr>
            <a:r>
              <a:t>NumPy / Pandas — numerical and dataset operations</a:t>
            </a:r>
          </a:p>
          <a:p>
            <a:pPr>
              <a:spcAft>
                <a:spcPts val="1000"/>
              </a:spcAft>
              <a:defRPr sz="2000"/>
            </a:pPr>
            <a:r>
              <a:t>scikit-learn — evaluation metrics and classification report</a:t>
            </a:r>
          </a:p>
          <a:p>
            <a:pPr>
              <a:spcAft>
                <a:spcPts val="1000"/>
              </a:spcAft>
              <a:defRPr sz="2000"/>
            </a:pPr>
            <a:r>
              <a:t>Matplotlib — evaluation/visualization support</a:t>
            </a:r>
          </a:p>
          <a:p>
            <a:pPr>
              <a:spcAft>
                <a:spcPts val="1000"/>
              </a:spcAft>
              <a:defRPr sz="2000"/>
            </a:pPr>
            <a:r>
              <a:t>Streamlit — interactive web dashboard</a:t>
            </a:r>
          </a:p>
          <a:p>
            <a:pPr>
              <a:spcAft>
                <a:spcPts val="1000"/>
              </a:spcAft>
              <a:defRPr sz="2000"/>
            </a:pPr>
            <a:r>
              <a:t>Git + GitHub — version control and project hosting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FINGERPRINT-X  |  College Prototype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SOCOFing (Sokoto Coventry Fingerprint Dataset).</a:t>
            </a:r>
          </a:p>
          <a:p>
            <a:pPr>
              <a:spcAft>
                <a:spcPts val="1000"/>
              </a:spcAft>
              <a:defRPr sz="2000"/>
            </a:pPr>
            <a:r>
              <a:t>Real fingerprint images were used for the current experiment.</a:t>
            </a:r>
          </a:p>
          <a:p>
            <a:pPr>
              <a:spcAft>
                <a:spcPts val="1000"/>
              </a:spcAft>
              <a:defRPr sz="2000"/>
            </a:pPr>
            <a:r>
              <a:t>The dataset provides metadata such as subject, gender, hand and finger.</a:t>
            </a:r>
          </a:p>
          <a:p>
            <a:pPr>
              <a:spcAft>
                <a:spcPts val="1000"/>
              </a:spcAft>
              <a:defRPr sz="2000"/>
            </a:pPr>
            <a:r>
              <a:t>Current split: 600 subjects → 420 train, 90 validation, 90 test.</a:t>
            </a:r>
          </a:p>
          <a:p>
            <a:pPr>
              <a:spcAft>
                <a:spcPts val="1000"/>
              </a:spcAft>
              <a:defRPr sz="2000"/>
            </a:pPr>
            <a:r>
              <a:t>Images were split subject-wise to reduce subject leakage between train and 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FINGERPRINT-X  |  College Prototype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Raw fingerprint image</a:t>
            </a:r>
          </a:p>
          <a:p>
            <a:pPr>
              <a:spcAft>
                <a:spcPts val="1000"/>
              </a:spcAft>
              <a:defRPr sz="2000"/>
            </a:pPr>
            <a:r>
              <a:t>→ grayscale conversion</a:t>
            </a:r>
          </a:p>
          <a:p>
            <a:pPr>
              <a:spcAft>
                <a:spcPts val="1000"/>
              </a:spcAft>
              <a:defRPr sz="2000"/>
            </a:pPr>
            <a:r>
              <a:t>→ resize to 128 × 128</a:t>
            </a:r>
          </a:p>
          <a:p>
            <a:pPr>
              <a:spcAft>
                <a:spcPts val="1000"/>
              </a:spcAft>
              <a:defRPr sz="2000"/>
            </a:pPr>
            <a:r>
              <a:t>→ normalization</a:t>
            </a:r>
          </a:p>
          <a:p>
            <a:pPr>
              <a:spcAft>
                <a:spcPts val="1000"/>
              </a:spcAft>
              <a:defRPr sz="2000"/>
            </a:pPr>
            <a:r>
              <a:t>→ CNN V2</a:t>
            </a:r>
          </a:p>
          <a:p>
            <a:pPr>
              <a:spcAft>
                <a:spcPts val="1000"/>
              </a:spcAft>
              <a:defRPr sz="2000"/>
            </a:pPr>
            <a:r>
              <a:t>→ sigmoid output</a:t>
            </a:r>
          </a:p>
          <a:p>
            <a:pPr>
              <a:spcAft>
                <a:spcPts val="1000"/>
              </a:spcAft>
              <a:defRPr sz="2000"/>
            </a:pPr>
            <a:r>
              <a:t>→ experimental Male/Female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FINGERPRINT-X  |  College Prototype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CNN V2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Input: 128 × 128 × 1 grayscale image</a:t>
            </a:r>
          </a:p>
          <a:p>
            <a:pPr>
              <a:spcAft>
                <a:spcPts val="1000"/>
              </a:spcAft>
              <a:defRPr sz="2000"/>
            </a:pPr>
            <a:r>
              <a:t>Data augmentation: rotation, zoom and translation</a:t>
            </a:r>
          </a:p>
          <a:p>
            <a:pPr>
              <a:spcAft>
                <a:spcPts val="1000"/>
              </a:spcAft>
              <a:defRPr sz="2000"/>
            </a:pPr>
            <a:r>
              <a:t>Convolution blocks: 32 → 64 → 128 filters</a:t>
            </a:r>
          </a:p>
          <a:p>
            <a:pPr>
              <a:spcAft>
                <a:spcPts val="1000"/>
              </a:spcAft>
              <a:defRPr sz="2000"/>
            </a:pPr>
            <a:r>
              <a:t>Batch Normalization + Max Pooling</a:t>
            </a:r>
          </a:p>
          <a:p>
            <a:pPr>
              <a:spcAft>
                <a:spcPts val="1000"/>
              </a:spcAft>
              <a:defRPr sz="2000"/>
            </a:pPr>
            <a:r>
              <a:t>Global Average Pooling</a:t>
            </a:r>
          </a:p>
          <a:p>
            <a:pPr>
              <a:spcAft>
                <a:spcPts val="1000"/>
              </a:spcAft>
              <a:defRPr sz="2000"/>
            </a:pPr>
            <a:r>
              <a:t>Dense layer (64) + Dropout</a:t>
            </a:r>
          </a:p>
          <a:p>
            <a:pPr>
              <a:spcAft>
                <a:spcPts val="1000"/>
              </a:spcAft>
              <a:defRPr sz="2000"/>
            </a:pPr>
            <a:r>
              <a:t>Sigmoid output for binary classification</a:t>
            </a:r>
          </a:p>
          <a:p>
            <a:pPr>
              <a:spcAft>
                <a:spcPts val="1000"/>
              </a:spcAft>
              <a:defRPr sz="2000"/>
            </a:pPr>
            <a:r>
              <a:t>Optimizer: Adam; loss: Binary Cross-Entropy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FINGERPRINT-X  |  College Prototype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Model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Test Accuracy: 71.11%</a:t>
            </a:r>
          </a:p>
          <a:p>
            <a:pPr>
              <a:spcAft>
                <a:spcPts val="1000"/>
              </a:spcAft>
              <a:defRPr sz="2000"/>
            </a:pPr>
            <a:r>
              <a:t>Balanced Accuracy: 70.75%</a:t>
            </a:r>
          </a:p>
          <a:p>
            <a:pPr>
              <a:spcAft>
                <a:spcPts val="1000"/>
              </a:spcAft>
              <a:defRPr sz="2000"/>
            </a:pPr>
            <a:r>
              <a:t>Best Validation AUC: 0.752</a:t>
            </a:r>
          </a:p>
          <a:p>
            <a:pPr>
              <a:spcAft>
                <a:spcPts val="1000"/>
              </a:spcAft>
              <a:defRPr sz="2000"/>
            </a:pPr>
            <a:r>
              <a:t>Female: Precision 0.46 | Recall 0.70 | F1 0.55</a:t>
            </a:r>
          </a:p>
          <a:p>
            <a:pPr>
              <a:spcAft>
                <a:spcPts val="1000"/>
              </a:spcAft>
              <a:defRPr sz="2000"/>
            </a:pPr>
            <a:r>
              <a:t>Male: Precision 0.87 | Recall 0.71 | F1 0.79</a:t>
            </a:r>
          </a:p>
          <a:p>
            <a:pPr>
              <a:spcAft>
                <a:spcPts val="1000"/>
              </a:spcAft>
              <a:defRPr sz="2000"/>
            </a:pPr>
            <a:r>
              <a:t>These results are an experimental benchmark on SOCOFing and are not evidence of forensic or medical-grade reliability.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FINGERPRINT-X  |  College Prototype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Streamlit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Premium dark dashboard UI</a:t>
            </a:r>
          </a:p>
          <a:p>
            <a:pPr>
              <a:spcAft>
                <a:spcPts val="1000"/>
              </a:spcAft>
              <a:defRPr sz="2000"/>
            </a:pPr>
            <a:r>
              <a:t>Fingerprint upload component</a:t>
            </a:r>
          </a:p>
          <a:p>
            <a:pPr>
              <a:spcAft>
                <a:spcPts val="1000"/>
              </a:spcAft>
              <a:defRPr sz="2000"/>
            </a:pPr>
            <a:r>
              <a:t>Model/system information</a:t>
            </a:r>
          </a:p>
          <a:p>
            <a:pPr>
              <a:spcAft>
                <a:spcPts val="1000"/>
              </a:spcAft>
              <a:defRPr sz="2000"/>
            </a:pPr>
            <a:r>
              <a:t>Real-time inference result</a:t>
            </a:r>
          </a:p>
          <a:p>
            <a:pPr>
              <a:spcAft>
                <a:spcPts val="1000"/>
              </a:spcAft>
              <a:defRPr sz="2000"/>
            </a:pPr>
            <a:r>
              <a:t>Probability display</a:t>
            </a:r>
          </a:p>
          <a:p>
            <a:pPr>
              <a:spcAft>
                <a:spcPts val="1000"/>
              </a:spcAft>
              <a:defRPr sz="2000"/>
            </a:pPr>
            <a:r>
              <a:t>Age / Blood Group / Weight research cards</a:t>
            </a:r>
          </a:p>
          <a:p>
            <a:pPr>
              <a:spcAft>
                <a:spcPts val="1000"/>
              </a:spcAft>
              <a:defRPr sz="2000"/>
            </a:pPr>
            <a:r>
              <a:t>Research disclaimer and project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FINGERPRINT-X  |  College Prototype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Main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app.py — Streamlit application</a:t>
            </a:r>
          </a:p>
          <a:p>
            <a:pPr>
              <a:spcAft>
                <a:spcPts val="1000"/>
              </a:spcAft>
              <a:defRPr sz="2000"/>
            </a:pPr>
            <a:r>
              <a:t>train_model.py — CNN V2 training pipeline</a:t>
            </a:r>
          </a:p>
          <a:p>
            <a:pPr>
              <a:spcAft>
                <a:spcPts val="1000"/>
              </a:spcAft>
              <a:defRPr sz="2000"/>
            </a:pPr>
            <a:r>
              <a:t>evaluate_model.py — test evaluation and metrics</a:t>
            </a:r>
          </a:p>
          <a:p>
            <a:pPr>
              <a:spcAft>
                <a:spcPts val="1000"/>
              </a:spcAft>
              <a:defRPr sz="2000"/>
            </a:pPr>
            <a:r>
              <a:t>split_dataset.py — subject-wise dataset split</a:t>
            </a:r>
          </a:p>
          <a:p>
            <a:pPr>
              <a:spcAft>
                <a:spcPts val="1000"/>
              </a:spcAft>
              <a:defRPr sz="2000"/>
            </a:pPr>
            <a:r>
              <a:t>main.py — project/image-processing utilities</a:t>
            </a:r>
          </a:p>
          <a:p>
            <a:pPr>
              <a:spcAft>
                <a:spcPts val="1000"/>
              </a:spcAft>
              <a:defRPr sz="2000"/>
            </a:pPr>
            <a:r>
              <a:t>fingerprints/process.py — fingerprint preprocessing demo</a:t>
            </a:r>
          </a:p>
          <a:p>
            <a:pPr>
              <a:spcAft>
                <a:spcPts val="1000"/>
              </a:spcAft>
              <a:defRPr sz="2000"/>
            </a:pPr>
            <a:r>
              <a:t>requirements.txt — Python dependencies</a:t>
            </a:r>
          </a:p>
          <a:p>
            <a:pPr>
              <a:spcAft>
                <a:spcPts val="1000"/>
              </a:spcAft>
              <a:defRPr sz="2000"/>
            </a:pPr>
            <a:r>
              <a:t>README.md — documentation and architecture</a:t>
            </a:r>
          </a:p>
          <a:p>
            <a:pPr>
              <a:spcAft>
                <a:spcPts val="1000"/>
              </a:spcAft>
              <a:defRPr sz="2000"/>
            </a:pPr>
            <a:r>
              <a:t>architecture.png — system architecture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FINGERPRINT-X  |  College Prototype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Challenges Faced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Large fingerprint dataset download and extraction.</a:t>
            </a:r>
          </a:p>
          <a:p>
            <a:pPr>
              <a:spcAft>
                <a:spcPts val="1000"/>
              </a:spcAft>
              <a:defRPr sz="2000"/>
            </a:pPr>
            <a:r>
              <a:t>Keeping subjects separated across train/validation/test sets.</a:t>
            </a:r>
          </a:p>
          <a:p>
            <a:pPr>
              <a:spcAft>
                <a:spcPts val="1000"/>
              </a:spcAft>
              <a:defRPr sz="2000"/>
            </a:pPr>
            <a:r>
              <a:t>Class imbalance between male and female samples.</a:t>
            </a:r>
          </a:p>
          <a:p>
            <a:pPr>
              <a:spcAft>
                <a:spcPts val="1000"/>
              </a:spcAft>
              <a:defRPr sz="2000"/>
            </a:pPr>
            <a:r>
              <a:t>Avoiding data leakage during evaluation.</a:t>
            </a:r>
          </a:p>
          <a:p>
            <a:pPr>
              <a:spcAft>
                <a:spcPts val="1000"/>
              </a:spcAft>
              <a:defRPr sz="2000"/>
            </a:pPr>
            <a:r>
              <a:t>Model accuracy and generalization limitations.</a:t>
            </a:r>
          </a:p>
          <a:p>
            <a:pPr>
              <a:spcAft>
                <a:spcPts val="1000"/>
              </a:spcAft>
              <a:defRPr sz="2000"/>
            </a:pPr>
            <a:r>
              <a:t>TensorFlow/Windows environment setup and dependency management.</a:t>
            </a:r>
          </a:p>
          <a:p>
            <a:pPr>
              <a:spcAft>
                <a:spcPts val="1000"/>
              </a:spcAft>
              <a:defRPr sz="2000"/>
            </a:pPr>
            <a:r>
              <a:t>Making a technical ML pipeline understandable through a simple UI.</a:t>
            </a:r>
          </a:p>
          <a:p>
            <a:pPr>
              <a:spcAft>
                <a:spcPts val="1000"/>
              </a:spcAft>
              <a:defRPr sz="2000"/>
            </a:pPr>
            <a:r>
              <a:t>Clearly separating current evidence from future research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FINGERPRINT-X  |  College Prototype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How I Solved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Used a subject-wise dataset split.</a:t>
            </a:r>
          </a:p>
          <a:p>
            <a:pPr>
              <a:spcAft>
                <a:spcPts val="1000"/>
              </a:spcAft>
              <a:defRPr sz="2000"/>
            </a:pPr>
            <a:r>
              <a:t>Used augmentation and Batch Normalization in CNN V2.</a:t>
            </a:r>
          </a:p>
          <a:p>
            <a:pPr>
              <a:spcAft>
                <a:spcPts val="1000"/>
              </a:spcAft>
              <a:defRPr sz="2000"/>
            </a:pPr>
            <a:r>
              <a:t>Used balanced accuracy and classification report in addition to raw accuracy.</a:t>
            </a:r>
          </a:p>
          <a:p>
            <a:pPr>
              <a:spcAft>
                <a:spcPts val="1000"/>
              </a:spcAft>
              <a:defRPr sz="2000"/>
            </a:pPr>
            <a:r>
              <a:t>Used a dedicated virtual environment.</a:t>
            </a:r>
          </a:p>
          <a:p>
            <a:pPr>
              <a:spcAft>
                <a:spcPts val="1000"/>
              </a:spcAft>
              <a:defRPr sz="2000"/>
            </a:pPr>
            <a:r>
              <a:t>Used Streamlit for a reproducible demo interface.</a:t>
            </a:r>
          </a:p>
          <a:p>
            <a:pPr>
              <a:spcAft>
                <a:spcPts val="1000"/>
              </a:spcAft>
              <a:defRPr sz="2000"/>
            </a:pPr>
            <a:r>
              <a:t>Added research disclaimers instead of presenting unvalidated attributes as facts.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FINGERPRINT-X  |  College Prototype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Current Prototype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WORKING: fingerprint upload and CNN V2 inference.</a:t>
            </a:r>
          </a:p>
          <a:p>
            <a:pPr>
              <a:spcAft>
                <a:spcPts val="1000"/>
              </a:spcAft>
              <a:defRPr sz="2000"/>
            </a:pPr>
            <a:r>
              <a:t>WORKING: model evaluation and GitHub project.</a:t>
            </a:r>
          </a:p>
          <a:p>
            <a:pPr>
              <a:spcAft>
                <a:spcPts val="1000"/>
              </a:spcAft>
              <a:defRPr sz="2000"/>
            </a:pPr>
            <a:r>
              <a:t>WORKING: Streamlit dashboard.</a:t>
            </a:r>
          </a:p>
          <a:p>
            <a:pPr>
              <a:spcAft>
                <a:spcPts val="1000"/>
              </a:spcAft>
              <a:defRPr sz="2000"/>
            </a:pPr>
            <a:r>
              <a:t>R&amp;D: age prediction.</a:t>
            </a:r>
          </a:p>
          <a:p>
            <a:pPr>
              <a:spcAft>
                <a:spcPts val="1000"/>
              </a:spcAft>
              <a:defRPr sz="2000"/>
            </a:pPr>
            <a:r>
              <a:t>R&amp;D: blood-group prediction.</a:t>
            </a:r>
          </a:p>
          <a:p>
            <a:pPr>
              <a:spcAft>
                <a:spcPts val="1000"/>
              </a:spcAft>
              <a:defRPr sz="2000"/>
            </a:pPr>
            <a:r>
              <a:t>R&amp;D: weight prediction.</a:t>
            </a:r>
          </a:p>
          <a:p>
            <a:pPr>
              <a:spcAft>
                <a:spcPts val="1000"/>
              </a:spcAft>
              <a:defRPr sz="2000"/>
            </a:pPr>
            <a:r>
              <a:t>The R&amp;D modules require suitable labelled datasets, independent validation and bias/performance analysis before any real-world claim.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FINGERPRINT-X  |  College Prototype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14. Demo Flow for College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1. Open Streamlit dashboard.</a:t>
            </a:r>
          </a:p>
          <a:p>
            <a:pPr>
              <a:spcAft>
                <a:spcPts val="1000"/>
              </a:spcAft>
              <a:defRPr sz="2000"/>
            </a:pPr>
            <a:r>
              <a:t>2. Explain the problem in 20–30 seconds.</a:t>
            </a:r>
          </a:p>
          <a:p>
            <a:pPr>
              <a:spcAft>
                <a:spcPts val="1000"/>
              </a:spcAft>
              <a:defRPr sz="2000"/>
            </a:pPr>
            <a:r>
              <a:t>3. Upload a fingerprint image.</a:t>
            </a:r>
          </a:p>
          <a:p>
            <a:pPr>
              <a:spcAft>
                <a:spcPts val="1000"/>
              </a:spcAft>
              <a:defRPr sz="2000"/>
            </a:pPr>
            <a:r>
              <a:t>4. Show the experimental prediction and probability.</a:t>
            </a:r>
          </a:p>
          <a:p>
            <a:pPr>
              <a:spcAft>
                <a:spcPts val="1000"/>
              </a:spcAft>
              <a:defRPr sz="2000"/>
            </a:pPr>
            <a:r>
              <a:t>5. Explain the pipeline: image → preprocessing → CNN → output.</a:t>
            </a:r>
          </a:p>
          <a:p>
            <a:pPr>
              <a:spcAft>
                <a:spcPts val="1000"/>
              </a:spcAft>
              <a:defRPr sz="2000"/>
            </a:pPr>
            <a:r>
              <a:t>6. Open GitHub and show README, architecture and source files.</a:t>
            </a:r>
          </a:p>
          <a:p>
            <a:pPr>
              <a:spcAft>
                <a:spcPts val="1000"/>
              </a:spcAft>
              <a:defRPr sz="2000"/>
            </a:pPr>
            <a:r>
              <a:t>7. Show model metrics.</a:t>
            </a:r>
          </a:p>
          <a:p>
            <a:pPr>
              <a:spcAft>
                <a:spcPts val="1000"/>
              </a:spcAft>
              <a:defRPr sz="2000"/>
            </a:pPr>
            <a:r>
              <a:t>8. Explain limitations and future research.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FINGERPRINT-X  |  College Prototype  |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15. Viva Questions — Quick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Why CNN? → CNNs are designed to learn spatial patterns in images.</a:t>
            </a:r>
          </a:p>
          <a:p>
            <a:pPr>
              <a:spcAft>
                <a:spcPts val="1000"/>
              </a:spcAft>
              <a:defRPr sz="2000"/>
            </a:pPr>
            <a:r>
              <a:t>Why grayscale? → It reduces input complexity while preserving ridge information.</a:t>
            </a:r>
          </a:p>
          <a:p>
            <a:pPr>
              <a:spcAft>
                <a:spcPts val="1000"/>
              </a:spcAft>
              <a:defRPr sz="2000"/>
            </a:pPr>
            <a:r>
              <a:t>Why 128×128? → A practical fixed input size for this prototype.</a:t>
            </a:r>
          </a:p>
          <a:p>
            <a:pPr>
              <a:spcAft>
                <a:spcPts val="1000"/>
              </a:spcAft>
              <a:defRPr sz="2000"/>
            </a:pPr>
            <a:r>
              <a:t>Why subject-wise split? → To reduce leakage from the same person's fingerprints appearing across splits.</a:t>
            </a:r>
          </a:p>
          <a:p>
            <a:pPr>
              <a:spcAft>
                <a:spcPts val="1000"/>
              </a:spcAft>
              <a:defRPr sz="2000"/>
            </a:pPr>
            <a:r>
              <a:t>Why Streamlit? → Fast way to expose the trained model as an interactive web demo.</a:t>
            </a:r>
          </a:p>
          <a:p>
            <a:pPr>
              <a:spcAft>
                <a:spcPts val="1000"/>
              </a:spcAft>
              <a:defRPr sz="2000"/>
            </a:pPr>
            <a:r>
              <a:t>Is it medical/forensic proof? → No. It is an experimental research prototype.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FINGERPRINT-X  |  College Prototype  |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16.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Collect/obtain properly labelled research datasets for each proposed attribute.</a:t>
            </a:r>
          </a:p>
          <a:p>
            <a:pPr>
              <a:spcAft>
                <a:spcPts val="1000"/>
              </a:spcAft>
              <a:defRPr sz="2000"/>
            </a:pPr>
            <a:r>
              <a:t>Develop multi-task learning only where labels support it.</a:t>
            </a:r>
          </a:p>
          <a:p>
            <a:pPr>
              <a:spcAft>
                <a:spcPts val="1000"/>
              </a:spcAft>
              <a:defRPr sz="2000"/>
            </a:pPr>
            <a:r>
              <a:t>Evaluate cross-dataset generalization.</a:t>
            </a:r>
          </a:p>
          <a:p>
            <a:pPr>
              <a:spcAft>
                <a:spcPts val="1000"/>
              </a:spcAft>
              <a:defRPr sz="2000"/>
            </a:pPr>
            <a:r>
              <a:t>Study demographic bias and uncertainty.</a:t>
            </a:r>
          </a:p>
          <a:p>
            <a:pPr>
              <a:spcAft>
                <a:spcPts val="1000"/>
              </a:spcAft>
              <a:defRPr sz="2000"/>
            </a:pPr>
            <a:r>
              <a:t>Add model explainability and confidence calibration.</a:t>
            </a:r>
          </a:p>
          <a:p>
            <a:pPr>
              <a:spcAft>
                <a:spcPts val="1000"/>
              </a:spcAft>
              <a:defRPr sz="2000"/>
            </a:pPr>
            <a:r>
              <a:t>Deploy with secure data handling and explicit user consent.</a:t>
            </a:r>
          </a:p>
          <a:p>
            <a:pPr>
              <a:spcAft>
                <a:spcPts val="1000"/>
              </a:spcAft>
              <a:defRPr sz="2000"/>
            </a:pPr>
            <a:r>
              <a:t>Investigate whether claimed biometric/physiological relationships hold under independent scientific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FINGERPRINT-X  |  College Prototype  |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17. Project Links &amp;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GitHub: https://github.com/yash01100/FINGERPRINT-X</a:t>
            </a:r>
          </a:p>
          <a:p>
            <a:pPr>
              <a:spcAft>
                <a:spcPts val="1000"/>
              </a:spcAft>
              <a:defRPr sz="2000"/>
            </a:pPr>
            <a:r>
              <a:t>Local demo: http://localhost:8501</a:t>
            </a:r>
          </a:p>
          <a:p>
            <a:pPr>
              <a:spcAft>
                <a:spcPts val="1000"/>
              </a:spcAft>
              <a:defRPr sz="2000"/>
            </a:pPr>
            <a:r>
              <a:t>For college presentation: run `python -m streamlit run app.py` from the project environment.</a:t>
            </a:r>
          </a:p>
          <a:p>
            <a:pPr>
              <a:spcAft>
                <a:spcPts val="1000"/>
              </a:spcAft>
              <a:defRPr sz="2000"/>
            </a:pPr>
            <a:r>
              <a:t>Keep the terminal running while demonstrating the local web 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FINGERPRINT-X  |  College Prototype  |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18.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FINGERPRINT-X demonstrates a complete experimental AI workflow: dataset → preprocessing → CNN training → evaluation → interactive deployment.</a:t>
            </a:r>
          </a:p>
          <a:p>
            <a:pPr>
              <a:spcAft>
                <a:spcPts val="1000"/>
              </a:spcAft>
              <a:defRPr sz="2000"/>
            </a:pPr>
            <a:r>
              <a:t>The prototype is suitable for demonstrating machine-learning engineering, image processing and deployment skills.</a:t>
            </a:r>
          </a:p>
          <a:p>
            <a:pPr>
              <a:spcAft>
                <a:spcPts val="1000"/>
              </a:spcAft>
              <a:defRPr sz="2000"/>
            </a:pPr>
            <a:r>
              <a:t>Its current predictions should be treated as research outputs, not as established methods for determining physiological attributes.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FINGERPRINT-X  |  College Prototype  | 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